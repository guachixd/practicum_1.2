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5943600" cy="5943600"/>
          </a:xfrm>
          <a:prstGeom prst="ellipse">
            <a:avLst/>
          </a:prstGeom>
          <a:solidFill>
            <a:srgbClr val="0F3A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389120"/>
            <a:ext cx="4114800" cy="4114800"/>
          </a:xfrm>
          <a:prstGeom prst="ellipse">
            <a:avLst/>
          </a:prstGeom>
          <a:solidFill>
            <a:srgbClr val="164E7D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PARTICULAR DE LOJA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424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GENERADOR DE RECURSOS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DIDÁCTICOS CON IA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4343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que cualquier docente genere resúmenes, glosarios,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actividades de su asignatura, sin depender de un programador.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5623560"/>
            <a:ext cx="2011680" cy="0"/>
          </a:xfrm>
          <a:prstGeom prst="line">
            <a:avLst/>
          </a:prstGeom>
          <a:noFill/>
          <a:ln w="19050">
            <a:solidFill>
              <a:srgbClr val="2A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Prácticum Interno  ·  Eje de Agentes de IA  ·  COMP_2010 — Arquitectura y Organización de Computadores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material didáctico consume tiempo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docente no siempre tiene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8152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manual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788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resumen, glosario, batería de preguntas y actividad se redacta a mano, unidad por unidad, curso por curso.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6240" y="28803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108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08152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3657600"/>
            <a:ext cx="2788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queda registro de qué se generó, cuándo, ni si el contenido fue revisado o aprobado.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28803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3108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308152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 de un programador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3657600"/>
            <a:ext cx="2788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versión solo corría desde PyCharm: ningún docente podía usarla sin ayuda técnica.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web donde cualquier docente UTPL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genere sus recursos didácticos con IA en minutos.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instalar nada más que un navegador, sin depender de un compañero programador, y sin perder el trabajo ya generado si la IA se queda sin cuota a mitad de camino.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949440" y="160020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50608" y="1892808"/>
            <a:ext cx="320040" cy="3200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60020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propio por docente, sin conocimientos técnicos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679192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50608" y="2971800"/>
            <a:ext cx="320040" cy="3200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67919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plan docente y el material del curso desde el navegador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3758184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0608" y="4050792"/>
            <a:ext cx="320040" cy="3200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3758184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si el documento final lleva marca de agua institucional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4837176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0608" y="5129784"/>
            <a:ext cx="320040" cy="3200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4837176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avance en vivo y recuperar la generación si se corta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 contenido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67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total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unidad del plan docente recibe sus 4 recursos (resumen, glosario, preguntas, actividad), tenga o no material propio subido.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167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Fidelidad al material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material propio, el contenido se basa únicamente en él. Sin material, se genera desde el título/temas del plan y queda marcado como tal.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automática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800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recurso se puntúa de 0 a 10 (IA como juez). Se aprueba desde 7/10; por debajo, se marca para reformular.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40233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251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Reformulación limitada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800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recurso reprobado se reformula hasta 2 veces. Si sigue sin aprobar, queda registrado como pendiente de revisión humana.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y datos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67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por docente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docente se autentica con su propio usuario. El primero en registrarse en la plataforma queda como administrador.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167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Aislamiento por trabajo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generación guarda sus propias unidades, recursos y evaluaciones. Ningún docente ve ni pisa los datos de otro.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de agua opcional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800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generar, el docente decide si el documento final lleva el logo UTPL y su nombre en cada página.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40233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251960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3720" y="4224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garantizada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800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agota la cuota de la IA a mitad de proceso, el trabajo se pausa y se retoma después sin perder lo ya generado.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archivo subido al documento final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0F3A5F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05456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Texto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21868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PDF, Word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PowerPoint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06040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88920" y="2377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0F3A5F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8648" y="2505456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Conocimiento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98648" y="321868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unidades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clasifica archivos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164E7D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505456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Generador de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(Gemini)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47488" y="321868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glosario,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actividad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03720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86600" y="2377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0F3A5F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96328" y="2505456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Evaluador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96328" y="321868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Puntúa y pide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reformular si hace falta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52560" y="2788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0" y="23774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0F3A5F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5168" y="2505456"/>
            <a:ext cx="17465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Exportador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345168" y="3218688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Word final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marca de agua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0A2A45"/>
          </a:solidFill>
          <a:ln w="12700">
            <a:solidFill>
              <a:srgbClr val="2A5A8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docentes · trabajos · unidades · recursos · evaluaciones, aislados por trabajo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1663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formatos de entrada más comunes en un curso (PDF, Word y PowerPoint) se leen sin importar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archivo ni orden — la IA arma la estructura del curso a partir del contenido real.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 si la IA se queda sin cuota a mitad de generación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F3A5F"/>
          </a:solidFill>
          <a:ln w="19050">
            <a:solidFill>
              <a:srgbClr val="E874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programa se caía por completo, sin ningún aviso claro para el docente.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error quedaba solo en la consola de Python, invisible para quien no programa.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Había que reiniciar TODO el proceso desde cero, repitiendo llamadas a la IA ya pagadas.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33172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F3A5F"/>
          </a:solidFill>
          <a:ln w="19050">
            <a:solidFill>
              <a:srgbClr val="6FCF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560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31089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trabajo se PAUSA solo y muestra el motivo en la pantalla de progreso.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unidad y recurso ya generado queda guardado — nada se pierde.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botón “Continuar procesando” retoma exactamente donde se quedó, sin repetir nada ya hecho.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DEL DOCENTE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pantallas, de principio a fin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2651760"/>
            <a:ext cx="594360" cy="5943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 cuenta de docente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26974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2651760"/>
            <a:ext cx="594360" cy="5943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documento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886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carrera, ciclo y periodo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594360" cy="5943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2976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archivos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97680" y="3886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docente + materiales extra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26974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2651760"/>
            <a:ext cx="594360" cy="5943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de agua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26480" y="3886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¿Sí o no en el documento final?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18120" y="26974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2651760"/>
            <a:ext cx="594360" cy="5943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9552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Progreso en vivo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955280" y="3886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real, paso a paso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46920" y="26974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32720" y="2651760"/>
            <a:ext cx="594360" cy="5943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3" name="Text 31"/>
          <p:cNvSpPr/>
          <p:nvPr/>
        </p:nvSpPr>
        <p:spPr>
          <a:xfrm>
            <a:off x="1033272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784080" y="34290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Descargar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784080" y="388620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Word listo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Colecciones en MongoDB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606040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0604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docentes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1636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acceso: usuario, nombre, correo, carrera, 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242316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2606040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260604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53512" y="3108960"/>
            <a:ext cx="1636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generación por docente: estado, mensaje, marca de agua, ruta del Word final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42316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02352" y="2606040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260604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02352" y="3108960"/>
            <a:ext cx="1636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curso detectada, aislada por trabajo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86600" y="242316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51192" y="2606040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51192" y="260604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51192" y="3108960"/>
            <a:ext cx="1636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glosario, preguntas y actividad de cada unidad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242316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2606040"/>
            <a:ext cx="1636776" cy="365760"/>
          </a:xfrm>
          <a:prstGeom prst="roundRect">
            <a:avLst>
              <a:gd name="adj" fmla="val 12500"/>
            </a:avLst>
          </a:prstGeom>
          <a:solidFill>
            <a:srgbClr val="F2A900"/>
          </a:solidFill>
          <a:ln/>
        </p:spPr>
      </p:sp>
      <p:sp>
        <p:nvSpPr>
          <p:cNvPr id="25" name="Text 23"/>
          <p:cNvSpPr/>
          <p:nvPr/>
        </p:nvSpPr>
        <p:spPr>
          <a:xfrm>
            <a:off x="9400032" y="2606040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evaluaciones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400032" y="3108960"/>
            <a:ext cx="16367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y observaciones de cada recurso ya resuelto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aislado por trabajo (job_id): varios docentes pueden generar sus documentos al mismo tiempo sin pisarse datos.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utilizado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44602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21284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17320" y="26060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Flask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244602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21284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0" y="26060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(google-genai)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72618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349300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PyMongo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38328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1928" y="372618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49300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0" y="38862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PyMuPDF · python-pptx · Pillow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00634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77316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17320" y="5166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con identidad institucional UTPL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0760" y="46634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5006340"/>
            <a:ext cx="365760" cy="36576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77316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58000" y="5166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Flask + Werkzeug (contraseñas hasheadas)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84048" cy="38404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Generador de Recursos Didácticos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cambia para el docente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generados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unidad, siempre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834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7/10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566160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mínimo para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automáticamente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60604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834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de reformular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revisión manual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260604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2834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052560" y="3977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perdido si se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la generación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docente vuelve a depender de PyCharm ni de un compañero programador para tener su material listo.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5943600" cy="5943600"/>
          </a:xfrm>
          <a:prstGeom prst="ellipse">
            <a:avLst/>
          </a:prstGeom>
          <a:solidFill>
            <a:srgbClr val="0F3A5F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más formatos de entrada (imágenes escaneadas con OCR)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reportes para la coordinación académica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88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por correo cuando un documento termina de generarse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577840" cy="0"/>
          </a:xfrm>
          <a:prstGeom prst="line">
            <a:avLst/>
          </a:prstGeom>
          <a:noFill/>
          <a:ln w="12700">
            <a:solidFill>
              <a:srgbClr val="2A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31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8368" y="4800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617720" cy="3200400"/>
          </a:xfrm>
          <a:prstGeom prst="roundRect">
            <a:avLst>
              <a:gd name="adj" fmla="val 2857"/>
            </a:avLst>
          </a:prstGeom>
          <a:solidFill>
            <a:srgbClr val="0F3A5F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14884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Generador de Recursos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Didácticos con 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23760" y="32004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UTPL  ·  Prácticum Interno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de Agentes de IA  ·  COMP_2010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23760" y="4160520"/>
            <a:ext cx="3200400" cy="0"/>
          </a:xfrm>
          <a:prstGeom prst="line">
            <a:avLst/>
          </a:prstGeom>
          <a:noFill/>
          <a:ln w="12700">
            <a:solidFill>
              <a:srgbClr val="2A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343400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login · dashboard · subida de archivos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C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de agua · progreso en vivo · descarga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2026-07-17T04:00:59Z</dcterms:created>
  <dcterms:modified xsi:type="dcterms:W3CDTF">2026-07-17T04:00:59Z</dcterms:modified>
</cp:coreProperties>
</file>